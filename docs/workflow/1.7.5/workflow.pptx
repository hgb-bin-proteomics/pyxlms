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D4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62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5CC3A-6D1D-46E5-EF4F-B311B32CC9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C736DA-5542-F42A-32F1-CBCEEDC9D7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CE6005-5FC6-DBD0-6913-432E36D5D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F6844-20DC-4406-9125-387AEFBEB0D1}" type="datetimeFigureOut">
              <a:rPr lang="de-AT" smtClean="0"/>
              <a:t>06.12.2025</a:t>
            </a:fld>
            <a:endParaRPr lang="de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5B7A26-38D7-A960-1AC9-874168F78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5BFE65-1033-0090-AEBD-7430810AF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E6244-79BD-4340-A990-CBF047F9CB5C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975993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873E7-FE72-D7C3-72FF-3DDE5AE55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EDBEB0-CA2A-9856-6D71-8BDA3030F9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6D6F15-A530-9F58-B681-3CB50DA39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F6844-20DC-4406-9125-387AEFBEB0D1}" type="datetimeFigureOut">
              <a:rPr lang="de-AT" smtClean="0"/>
              <a:t>06.12.2025</a:t>
            </a:fld>
            <a:endParaRPr lang="de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55FC85-F068-9B29-C392-51A318908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CD4427-5E09-DDBD-356B-6E4FA6660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E6244-79BD-4340-A990-CBF047F9CB5C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834491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C1437-8B98-49E0-D4E5-7B2E8FF3E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93556D-2BD3-C0E8-1D00-0CBCD067F0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B923D9-2FC7-B397-8775-239B980CC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F6844-20DC-4406-9125-387AEFBEB0D1}" type="datetimeFigureOut">
              <a:rPr lang="de-AT" smtClean="0"/>
              <a:t>06.12.2025</a:t>
            </a:fld>
            <a:endParaRPr lang="de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75F129-7B67-D57B-20F4-DA2F30A3F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9362A2-EEE2-58BE-484B-32A43F84A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E6244-79BD-4340-A990-CBF047F9CB5C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268301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57336-F28F-AD30-29FD-385CA7E32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C807B1-642E-9956-B520-3B783063EE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A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754940-89D0-EC91-1C4E-FF16DFE0D5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A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6CAD72-356C-003F-BD5D-884A99833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F6844-20DC-4406-9125-387AEFBEB0D1}" type="datetimeFigureOut">
              <a:rPr lang="de-AT" smtClean="0"/>
              <a:t>06.12.2025</a:t>
            </a:fld>
            <a:endParaRPr lang="de-A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384A75-6702-B074-CE30-5C4FB9D6D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DF286E-FB33-58C4-9C3D-F2500B438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E6244-79BD-4340-A990-CBF047F9CB5C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388760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0814C-725D-D7CA-3FCC-A5DD27044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5C985F-6AF4-EE20-7D80-57B718CA20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A585F5-3E5A-05D2-6E9C-3B0876840D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A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8AF5B6-4E84-048F-0E5B-7DED5812BD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494D23-9902-792B-DE63-5C0180CCB3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A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B3F34D-F33C-2749-B5E1-1A5021257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F6844-20DC-4406-9125-387AEFBEB0D1}" type="datetimeFigureOut">
              <a:rPr lang="de-AT" smtClean="0"/>
              <a:t>06.12.2025</a:t>
            </a:fld>
            <a:endParaRPr lang="de-A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F7CDF0-86E7-FC6E-31FF-CF7678B8C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74B895-68AB-9CAE-21B3-5375DB0EA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E6244-79BD-4340-A990-CBF047F9CB5C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7309176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CFD45-D677-37BA-EAC7-26B8D069E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13B89D-9F89-4C00-E8C9-D0E33F72B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F6844-20DC-4406-9125-387AEFBEB0D1}" type="datetimeFigureOut">
              <a:rPr lang="de-AT" smtClean="0"/>
              <a:t>06.12.2025</a:t>
            </a:fld>
            <a:endParaRPr lang="de-A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0D16F0-2684-693B-2948-C702E70E3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0D48D2-C3F4-01A9-A9EF-81799162C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E6244-79BD-4340-A990-CBF047F9CB5C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710273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23E434-67E9-11D9-220B-CD0488C4B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F6844-20DC-4406-9125-387AEFBEB0D1}" type="datetimeFigureOut">
              <a:rPr lang="de-AT" smtClean="0"/>
              <a:t>06.12.2025</a:t>
            </a:fld>
            <a:endParaRPr lang="de-A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55C846-83F5-36D0-19B3-E7631F53C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A03DC9-343C-5D86-20C2-C0F81DBD3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E6244-79BD-4340-A990-CBF047F9CB5C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602902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21CA0-0111-2D08-3332-435A66BA2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3D35A0-AAAC-B8F3-609A-6770EF3B7D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A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19332F-7219-9D05-315D-F7CEAE0EA6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48C3DF-2052-ED69-41BC-A9F83D79B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F6844-20DC-4406-9125-387AEFBEB0D1}" type="datetimeFigureOut">
              <a:rPr lang="de-AT" smtClean="0"/>
              <a:t>06.12.2025</a:t>
            </a:fld>
            <a:endParaRPr lang="de-A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BC6C53-DB04-B0E4-6BEC-6B4522E43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951504-18C3-B8C1-4A64-4DCEFD899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E6244-79BD-4340-A990-CBF047F9CB5C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2794445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8DE0F-EF6F-0C11-0796-9D23925D9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9AC6DF-566A-E592-AD9B-53F44BA99E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A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BD3D7E-218F-C4E7-54D5-0B2009FA90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73C842-437E-DF1A-F855-06C346311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F6844-20DC-4406-9125-387AEFBEB0D1}" type="datetimeFigureOut">
              <a:rPr lang="de-AT" smtClean="0"/>
              <a:t>06.12.2025</a:t>
            </a:fld>
            <a:endParaRPr lang="de-A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276B16-16DF-8056-D1D3-D6DAA10B3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D89A95-41A4-287F-F429-C0A7C6C2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E6244-79BD-4340-A990-CBF047F9CB5C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964925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0CFD8-611A-FF90-0B55-D6A38EE48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312D65-31AC-3874-7154-1284F1EE4A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C7445D-E235-FED9-0375-6589DD25A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F6844-20DC-4406-9125-387AEFBEB0D1}" type="datetimeFigureOut">
              <a:rPr lang="de-AT" smtClean="0"/>
              <a:t>06.12.2025</a:t>
            </a:fld>
            <a:endParaRPr lang="de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4B032F-0A03-6FEA-5AB6-8C82A2934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8BACFD-6A76-8E84-29DE-97531AAA4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E6244-79BD-4340-A990-CBF047F9CB5C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4955186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67D2E4-5622-7718-FBCA-B2F618B323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13035A-CC8D-2F12-A16C-08D43808FD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B8CEB4-A368-C5D7-E4FA-84AC0DC58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F6844-20DC-4406-9125-387AEFBEB0D1}" type="datetimeFigureOut">
              <a:rPr lang="de-AT" smtClean="0"/>
              <a:t>06.12.2025</a:t>
            </a:fld>
            <a:endParaRPr lang="de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CFF620-17C4-13CD-BE48-E377B6E6E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DBF4B4-63A6-1132-F741-7B3F94593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E6244-79BD-4340-A990-CBF047F9CB5C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979548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2781C1-F7B5-A8BB-44D9-7376B9475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F85ABD-FED0-7DB1-BB14-B5034F6A8C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D7BD9-0426-AE72-650B-8140AC6372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8F6844-20DC-4406-9125-387AEFBEB0D1}" type="datetimeFigureOut">
              <a:rPr lang="de-AT" smtClean="0"/>
              <a:t>06.12.2025</a:t>
            </a:fld>
            <a:endParaRPr lang="de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9BF542-B357-72CB-5F13-38252FE1AF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F827DC-9C91-8B60-D98E-798969A99D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9E6244-79BD-4340-A990-CBF047F9CB5C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793909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4002F29-6480-5BD1-6071-127341E9E3DC}"/>
              </a:ext>
            </a:extLst>
          </p:cNvPr>
          <p:cNvCxnSpPr>
            <a:cxnSpLocks/>
          </p:cNvCxnSpPr>
          <p:nvPr/>
        </p:nvCxnSpPr>
        <p:spPr>
          <a:xfrm flipH="1">
            <a:off x="8729868" y="5522423"/>
            <a:ext cx="354494" cy="0"/>
          </a:xfrm>
          <a:prstGeom prst="line">
            <a:avLst/>
          </a:prstGeom>
          <a:ln w="57150">
            <a:solidFill>
              <a:srgbClr val="6D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1E71452-8D89-72A6-CA53-3424E1B737B7}"/>
              </a:ext>
            </a:extLst>
          </p:cNvPr>
          <p:cNvCxnSpPr>
            <a:cxnSpLocks/>
          </p:cNvCxnSpPr>
          <p:nvPr/>
        </p:nvCxnSpPr>
        <p:spPr>
          <a:xfrm flipH="1">
            <a:off x="3101009" y="5522423"/>
            <a:ext cx="354494" cy="0"/>
          </a:xfrm>
          <a:prstGeom prst="line">
            <a:avLst/>
          </a:prstGeom>
          <a:ln w="57150">
            <a:solidFill>
              <a:srgbClr val="6D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56D4B30-CD31-E553-3B4B-A4CA51A310AE}"/>
              </a:ext>
            </a:extLst>
          </p:cNvPr>
          <p:cNvCxnSpPr>
            <a:cxnSpLocks/>
          </p:cNvCxnSpPr>
          <p:nvPr/>
        </p:nvCxnSpPr>
        <p:spPr>
          <a:xfrm flipH="1">
            <a:off x="6095998" y="3699449"/>
            <a:ext cx="2" cy="420664"/>
          </a:xfrm>
          <a:prstGeom prst="line">
            <a:avLst/>
          </a:prstGeom>
          <a:ln w="57150">
            <a:solidFill>
              <a:srgbClr val="6D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709F20FA-7B30-C9B2-B0EC-A869B80F29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8755" y="4540135"/>
            <a:ext cx="5254487" cy="2094804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5" name="Picture 4" descr="A purple and white logo&#10;&#10;AI-generated content may be incorrect.">
            <a:extLst>
              <a:ext uri="{FF2B5EF4-FFF2-40B4-BE49-F238E27FC236}">
                <a16:creationId xmlns:a16="http://schemas.microsoft.com/office/drawing/2014/main" id="{356522AB-8585-3D2F-B859-62E9BBF1FE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0213" y="474501"/>
            <a:ext cx="3231574" cy="3231574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FBEEE58-328C-1EC1-5C43-B03746B71F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0915290"/>
              </p:ext>
            </p:extLst>
          </p:nvPr>
        </p:nvGraphicFramePr>
        <p:xfrm>
          <a:off x="616227" y="474501"/>
          <a:ext cx="2491408" cy="37084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491408">
                  <a:extLst>
                    <a:ext uri="{9D8B030D-6E8A-4147-A177-3AD203B41FA5}">
                      <a16:colId xmlns:a16="http://schemas.microsoft.com/office/drawing/2014/main" val="20970908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Input</a:t>
                      </a:r>
                      <a:endParaRPr lang="de-AT" dirty="0"/>
                    </a:p>
                  </a:txBody>
                  <a:tcPr>
                    <a:solidFill>
                      <a:srgbClr val="6D4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79213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MaxLynx/MaxQuant</a:t>
                      </a:r>
                      <a:endParaRPr lang="de-A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66981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MeroX</a:t>
                      </a:r>
                      <a:endParaRPr lang="de-A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87501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MS Annika</a:t>
                      </a:r>
                      <a:endParaRPr lang="de-A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06272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pLink</a:t>
                      </a:r>
                      <a:endParaRPr lang="de-A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49608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Scout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51302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xiSearch/xiFDR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18242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XlinkX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54575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mzIdentML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04100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Generic Tables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4011785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00370FB-F576-1B2D-6B43-A1B03A3092DF}"/>
              </a:ext>
            </a:extLst>
          </p:cNvPr>
          <p:cNvCxnSpPr/>
          <p:nvPr/>
        </p:nvCxnSpPr>
        <p:spPr>
          <a:xfrm>
            <a:off x="3101009" y="2090288"/>
            <a:ext cx="1379204" cy="0"/>
          </a:xfrm>
          <a:prstGeom prst="straightConnector1">
            <a:avLst/>
          </a:prstGeom>
          <a:ln w="57150">
            <a:solidFill>
              <a:srgbClr val="6D4B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FE725E5-EB95-1F43-36E2-F78CFB4790F5}"/>
              </a:ext>
            </a:extLst>
          </p:cNvPr>
          <p:cNvSpPr txBox="1"/>
          <p:nvPr/>
        </p:nvSpPr>
        <p:spPr>
          <a:xfrm rot="16200000">
            <a:off x="-1429266" y="2144035"/>
            <a:ext cx="37084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Crosslink Search Engines/Formats</a:t>
            </a:r>
            <a:endParaRPr lang="de-AT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6E2BCCD-9E93-359D-6A95-28DB7AF8DD2B}"/>
              </a:ext>
            </a:extLst>
          </p:cNvPr>
          <p:cNvCxnSpPr/>
          <p:nvPr/>
        </p:nvCxnSpPr>
        <p:spPr>
          <a:xfrm>
            <a:off x="7705161" y="2090288"/>
            <a:ext cx="1379204" cy="0"/>
          </a:xfrm>
          <a:prstGeom prst="straightConnector1">
            <a:avLst/>
          </a:prstGeom>
          <a:ln w="57150">
            <a:solidFill>
              <a:srgbClr val="6D4B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00AF1A03-8697-FB33-C002-C73391180C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7373002"/>
              </p:ext>
            </p:extLst>
          </p:nvPr>
        </p:nvGraphicFramePr>
        <p:xfrm>
          <a:off x="9084364" y="474501"/>
          <a:ext cx="2491409" cy="37084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491409">
                  <a:extLst>
                    <a:ext uri="{9D8B030D-6E8A-4147-A177-3AD203B41FA5}">
                      <a16:colId xmlns:a16="http://schemas.microsoft.com/office/drawing/2014/main" val="20970908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Output</a:t>
                      </a:r>
                      <a:endParaRPr lang="de-AT" dirty="0"/>
                    </a:p>
                  </a:txBody>
                  <a:tcPr>
                    <a:solidFill>
                      <a:srgbClr val="6D4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79213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AlphaLink2</a:t>
                      </a:r>
                      <a:endParaRPr lang="de-A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66981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ProXL</a:t>
                      </a:r>
                      <a:endParaRPr lang="de-A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87501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xiNET/xiVIEW</a:t>
                      </a:r>
                      <a:endParaRPr lang="de-A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06272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xiFDR</a:t>
                      </a:r>
                      <a:endParaRPr lang="de-A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49608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XlinkDB</a:t>
                      </a:r>
                      <a:endParaRPr lang="de-A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51302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xlms-tools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18242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PyXlinkViewer (PyMOL)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54575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XMAS (ChimeraX)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04100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IMP-X-FDR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4011785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EB230B9E-B945-DC92-D3C5-6FA1AED4C72E}"/>
              </a:ext>
            </a:extLst>
          </p:cNvPr>
          <p:cNvSpPr txBox="1"/>
          <p:nvPr/>
        </p:nvSpPr>
        <p:spPr>
          <a:xfrm rot="16200000">
            <a:off x="9909324" y="2144034"/>
            <a:ext cx="37084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Exporting Options</a:t>
            </a:r>
            <a:endParaRPr lang="de-AT" dirty="0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B5B149E0-C210-C89E-8798-49461C79F7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7483863"/>
              </p:ext>
            </p:extLst>
          </p:nvPr>
        </p:nvGraphicFramePr>
        <p:xfrm>
          <a:off x="616227" y="4409903"/>
          <a:ext cx="2484783" cy="22250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484783">
                  <a:extLst>
                    <a:ext uri="{9D8B030D-6E8A-4147-A177-3AD203B41FA5}">
                      <a16:colId xmlns:a16="http://schemas.microsoft.com/office/drawing/2014/main" val="20970908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Data Transformation</a:t>
                      </a:r>
                      <a:endParaRPr lang="de-AT" dirty="0"/>
                    </a:p>
                  </a:txBody>
                  <a:tcPr>
                    <a:solidFill>
                      <a:srgbClr val="6D4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79213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Filter</a:t>
                      </a:r>
                      <a:endParaRPr lang="de-A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66981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/>
                        <a:t>Deduplicate</a:t>
                      </a:r>
                      <a:endParaRPr lang="de-A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87501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Aggregate</a:t>
                      </a:r>
                      <a:endParaRPr lang="de-A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06272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Validate</a:t>
                      </a:r>
                      <a:endParaRPr lang="de-A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49608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Annotate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5130298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ECDFF729-D09E-85B8-A9FF-689D986356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7228518"/>
              </p:ext>
            </p:extLst>
          </p:nvPr>
        </p:nvGraphicFramePr>
        <p:xfrm>
          <a:off x="3462129" y="4126739"/>
          <a:ext cx="5267739" cy="3736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5267739">
                  <a:extLst>
                    <a:ext uri="{9D8B030D-6E8A-4147-A177-3AD203B41FA5}">
                      <a16:colId xmlns:a16="http://schemas.microsoft.com/office/drawing/2014/main" val="2097090889"/>
                    </a:ext>
                  </a:extLst>
                </a:gridCol>
              </a:tblGrid>
              <a:tr h="3736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Web App</a:t>
                      </a:r>
                      <a:endParaRPr lang="de-AT" dirty="0"/>
                    </a:p>
                  </a:txBody>
                  <a:tcPr>
                    <a:solidFill>
                      <a:srgbClr val="6D4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7921371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56C24722-8C1B-229C-B05F-0AF5FE7999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6050073"/>
              </p:ext>
            </p:extLst>
          </p:nvPr>
        </p:nvGraphicFramePr>
        <p:xfrm>
          <a:off x="9084362" y="4409903"/>
          <a:ext cx="2484783" cy="22250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484783">
                  <a:extLst>
                    <a:ext uri="{9D8B030D-6E8A-4147-A177-3AD203B41FA5}">
                      <a16:colId xmlns:a16="http://schemas.microsoft.com/office/drawing/2014/main" val="20970908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Visualize</a:t>
                      </a:r>
                      <a:endParaRPr lang="de-AT" dirty="0"/>
                    </a:p>
                  </a:txBody>
                  <a:tcPr>
                    <a:solidFill>
                      <a:srgbClr val="6D4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79213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Score Distribution</a:t>
                      </a:r>
                      <a:endParaRPr lang="de-A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66981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Target-Decoy Type</a:t>
                      </a:r>
                      <a:endParaRPr lang="de-A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87501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Crosslink Type</a:t>
                      </a:r>
                      <a:endParaRPr lang="de-A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06272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Protein Distribution</a:t>
                      </a:r>
                      <a:endParaRPr lang="de-A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49608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Venn Diagrams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5130298"/>
                  </a:ext>
                </a:extLst>
              </a:tr>
            </a:tbl>
          </a:graphicData>
        </a:graphic>
      </p:graphicFrame>
      <p:sp>
        <p:nvSpPr>
          <p:cNvPr id="28" name="TextBox 27">
            <a:extLst>
              <a:ext uri="{FF2B5EF4-FFF2-40B4-BE49-F238E27FC236}">
                <a16:creationId xmlns:a16="http://schemas.microsoft.com/office/drawing/2014/main" id="{E4A08F5D-BED4-FB71-0511-246D8AD881F7}"/>
              </a:ext>
            </a:extLst>
          </p:cNvPr>
          <p:cNvSpPr txBox="1"/>
          <p:nvPr/>
        </p:nvSpPr>
        <p:spPr>
          <a:xfrm>
            <a:off x="4480212" y="99393"/>
            <a:ext cx="3224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b="1" dirty="0">
                <a:solidFill>
                  <a:srgbClr val="6D4BFF"/>
                </a:solidFill>
              </a:rPr>
              <a:t>pyXLMS – python package</a:t>
            </a:r>
            <a:endParaRPr lang="de-AT" b="1" dirty="0">
              <a:solidFill>
                <a:srgbClr val="6D4B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83882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</Words>
  <Application>Microsoft Office PowerPoint</Application>
  <PresentationFormat>Widescreen</PresentationFormat>
  <Paragraphs>36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Birklbauer Micha</dc:creator>
  <cp:lastModifiedBy>Birklbauer Micha</cp:lastModifiedBy>
  <cp:revision>4</cp:revision>
  <dcterms:created xsi:type="dcterms:W3CDTF">2025-08-16T19:18:29Z</dcterms:created>
  <dcterms:modified xsi:type="dcterms:W3CDTF">2025-12-06T21:37:46Z</dcterms:modified>
</cp:coreProperties>
</file>