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16.08.2025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5998" y="3699449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F20FA-7B30-C9B2-B0EC-A869B80F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5" y="4540135"/>
            <a:ext cx="5254487" cy="20948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915290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MaxLynx/MaxQuant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MeroX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pLink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xiSearch/xiFDR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mzIdentML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Generic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6533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xiNET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xiVIEW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xiFDR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XlinkDB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xlms-tools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PyXlinkViewer (pyMOL)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XMAS (ChimeraX)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IMP-X-FDR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246040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Unique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28518"/>
              </p:ext>
            </p:extLst>
          </p:nvPr>
        </p:nvGraphicFramePr>
        <p:xfrm>
          <a:off x="3462129" y="4126739"/>
          <a:ext cx="5267739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6773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1</cp:revision>
  <dcterms:created xsi:type="dcterms:W3CDTF">2025-08-16T19:18:29Z</dcterms:created>
  <dcterms:modified xsi:type="dcterms:W3CDTF">2025-08-16T19:48:59Z</dcterms:modified>
</cp:coreProperties>
</file>